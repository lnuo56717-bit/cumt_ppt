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01 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???? cumt_ppt_mcp ??????? AGV PPO 1?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02 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???? cumt_ppt_mcp ??????? AGV PPO 2?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03 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???? cumt_ppt_mcp ??????? AGV PPO 3?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